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94360"/>
            <a:ext cx="822960" cy="822960"/>
          </a:xfrm>
          <a:prstGeom prst="ellipse">
            <a:avLst/>
          </a:prstGeom>
          <a:ln w="15240">
            <a:solidFill>
              <a:srgbClr val="4C6EF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4180" y="251460"/>
            <a:ext cx="1508760" cy="1508760"/>
          </a:xfrm>
          <a:prstGeom prst="ellipse">
            <a:avLst/>
          </a:prstGeom>
          <a:ln w="15240">
            <a:solidFill>
              <a:srgbClr val="4C6EF5">
                <a:alpha val="6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91440"/>
            <a:ext cx="2194560" cy="2194560"/>
          </a:xfrm>
          <a:prstGeom prst="ellipse">
            <a:avLst/>
          </a:prstGeom>
          <a:ln w="15240">
            <a:solidFill>
              <a:srgbClr val="4C6EF5">
                <a:alpha val="4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8380" y="-434340"/>
            <a:ext cx="2880360" cy="2880360"/>
          </a:xfrm>
          <a:prstGeom prst="ellipse">
            <a:avLst/>
          </a:prstGeom>
          <a:ln w="15240">
            <a:solidFill>
              <a:srgbClr val="4C6EF5">
                <a:alpha val="3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035040"/>
            <a:ext cx="548640" cy="548640"/>
          </a:xfrm>
          <a:prstGeom prst="ellipse">
            <a:avLst/>
          </a:prstGeom>
          <a:ln w="15240">
            <a:solidFill>
              <a:srgbClr val="3AAFA9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" y="5692140"/>
            <a:ext cx="1234440" cy="1234440"/>
          </a:xfrm>
          <a:prstGeom prst="ellipse">
            <a:avLst/>
          </a:prstGeom>
          <a:ln w="15240">
            <a:solidFill>
              <a:srgbClr val="3AAFA9">
                <a:alpha val="6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320040" y="5349240"/>
            <a:ext cx="1920240" cy="1920240"/>
          </a:xfrm>
          <a:prstGeom prst="ellipse">
            <a:avLst/>
          </a:prstGeom>
          <a:ln w="15240">
            <a:solidFill>
              <a:srgbClr val="3AAFA9">
                <a:alpha val="4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spc="400" kern="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Wi-Fi CSI 人员存在检测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首批真实数据采集与分析报告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类场景 · 15 次会话 · 36,117 个 CSI 数据包 · 零丢包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ESPectre V8 真实 CSI  |  教室 6B514  |  2026-10-20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次会话的数据质量与特征区分度均达到训练标准，同时暴露出一个覆盖盲区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600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信号对人的响应清晰可辨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走动使子载波动态达到空场基线的 3~4 倍（2.4~3.2 vs 0.82）；起身、挥手等动作均显著越线，有人/无人的一级判别在幅度层面即已可分。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417320" y="2990088"/>
            <a:ext cx="10195560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27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3227832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不同干扰源有可分辨的指纹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风扇无人仅使动态升至 1.0 左右，且在频谱上留下稳定的 6.6 Hz 周期峰，与人体动作频段（2~4 Hz）完全分离——风扇误报可用滤波排除。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17320" y="4617720"/>
            <a:ext cx="10195560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554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4855464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感知范围存在边界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门口走动（远端）动态仅 0.82，与空场基线持平；久坐玩电脑单次会话可低至 0.70。设备朝向与链路覆盖是下一阶段必须补测的变量。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采集概况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数据来自 espectre.dev 官方工具直连设备，每包含 64 子载波 I/Q、RSSI、SNR 与原始 V8 帧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440180"/>
                <a:gridCol w="1440180"/>
                <a:gridCol w="1440180"/>
                <a:gridCol w="14401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总时长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动态强度均值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空场无人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49.0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风扇无人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72.3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玩电脑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77.7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1.15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设备旁挥手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48.1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2.24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起身出教室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2.48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门口走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2.76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459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75564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pps 恒定采样率  ·  15 次会话无一波动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675120" y="3182112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3291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丢包 / 序号缺口  ·  36,117 包全部连续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675120" y="4718304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4828032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-47.9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dBm 平均 RSSI  ·  链路稳定，SNR 余量充足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注：前 4 个子载波为协议置零空载波，全部分析已剔除；动态强度 = 子载波幅度相对滑动基线的 RMS 偏差。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动态强度：人体活动显著抬升信号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每根柱为一次会话；虚线为两次空场会话的基线均值</a:t>
            </a:r>
            <a:endParaRPr lang="en-US" sz="1250" dirty="0"/>
          </a:p>
        </p:txBody>
      </p:sp>
      <p:pic>
        <p:nvPicPr>
          <p:cNvPr id="4" name="Image 0" descr="/home/z/my-project/csi_analysis/figs/fig1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4111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走动是最强激励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三次会话稳定在 2.39~3.18，为基线的 3~4 倍，会话间一致性良好。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近场小动作可辨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设备旁挥手 1.70~2.79、起身 2.48，均明显越过基线。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玩电脑方差大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0.70~1.66：久坐身体遮挡反而压低波动，单次低于基线。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数据：本次 15 次会话 · 指标为有效子载波（4~63）偏差 RMS 的均值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时序形态：四种场景肉眼可分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横轴时间 · 纵轴子载波 · 颜色为幅度偏差（红正蓝负）</a:t>
            </a:r>
            <a:endParaRPr lang="en-US" sz="1250" dirty="0"/>
          </a:p>
        </p:txBody>
      </p:sp>
      <p:pic>
        <p:nvPicPr>
          <p:cNvPr id="4" name="Image 0" descr="/home/z/my-project/csi_analysis/figs/fig2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45126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均匀细噪，无结构。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688336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少数子载波出现周期性细条。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3895344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间歇性局部扰动。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23960" y="5102352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连片强波动，跨子载波相关。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展示的 4 个会话为各类包数最多的代表；中央白色行为协议直流空载波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子载波敏感性分布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纵轴为幅度方差（对时间），各场景按会话取均值</a:t>
            </a:r>
            <a:endParaRPr lang="en-US" sz="1250" dirty="0"/>
          </a:p>
        </p:txBody>
      </p:sp>
      <p:pic>
        <p:nvPicPr>
          <p:cNvPr id="4" name="Image 0" descr="/home/z/my-project/csi_analysis/figs/fig3_subc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396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中段是黄金区间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走动时 12~16 号子载波方差达峰值，约为空场的 8 倍。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区分度全带存在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走动曲线全程高于其他场景，但低号段（4~10）与风扇有交叠。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对训练的意义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特征可先用 top 方差子载波降维；30/59 号后的塌陷区应剔除。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空场/风扇/玩电脑/走动 4 类均值曲线，走动加粗突出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频谱指纹：风扇可被滤波排除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对各类最敏感的 5 个子载波取平均功率谱（1~48 Hz，已去低频漂移）</a:t>
            </a:r>
            <a:endParaRPr lang="en-US" sz="1250" dirty="0"/>
          </a:p>
        </p:txBody>
      </p:sp>
      <p:pic>
        <p:nvPicPr>
          <p:cNvPr id="4" name="Image 0" descr="/home/z/my-project/csi_analysis/figs/fig4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396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6.6 Hz 稳定复现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风扇三次采集主频分别为 6.75 / 6.57 / 6.45 Hz，高度一致。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与人体频段分离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人体动作能量集中在 2~4 Hz，频域上与风扇不重叠。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落地做法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检测前对 5.5~8 Hz 窄带陷波，可低成本消除风扇误报。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走动谱在低频段能量分散且强；空场全带平坦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两个需要正视的问题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它们不否定方案可行性，但直接决定下一批采集怎么设计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感知盲区：门口走动完全隐身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门口走会话动态强度 0.82，与空场基线完全重合——人在房间远端活动时，链路（设备↔路由器）没有穿过其身体。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人体对信号的调制依赖「穿越链路」，覆盖是几何问题而非算法问题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对策：调整设备朝向 / 增加第二链路；下批采集按距链路 0/2/4/6 m 分档补测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久坐场景与空场难以区分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玩电脑三次会话强度 0.70 / 1.66 / 1.08，方差大且最低值低于基线——存在检测在「人在但静止」时可能漏报。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37947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久坐时唯一信号是呼吸/微动，幅度层面可能确实不足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对策：降低判定阈值会牺牲鲁棒性，建议引入微动特征（呼吸频段 0.2~0.5 Hz）单独验证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669280"/>
            <a:ext cx="731520" cy="731520"/>
          </a:xfrm>
          <a:prstGeom prst="ellipse">
            <a:avLst/>
          </a:prstGeom>
          <a:ln w="15240">
            <a:solidFill>
              <a:srgbClr val="4C6EF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12780" y="5326380"/>
            <a:ext cx="1417320" cy="1417320"/>
          </a:xfrm>
          <a:prstGeom prst="ellipse">
            <a:avLst/>
          </a:prstGeom>
          <a:ln w="15240">
            <a:solidFill>
              <a:srgbClr val="4C6EF5">
                <a:alpha val="6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4983480"/>
            <a:ext cx="2103120" cy="2103120"/>
          </a:xfrm>
          <a:prstGeom prst="ellipse">
            <a:avLst/>
          </a:prstGeom>
          <a:ln w="15240">
            <a:solidFill>
              <a:srgbClr val="4C6EF5">
                <a:alpha val="4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结论与下一步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数据合格，方案可行。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6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首批数据已验证：有人/无人判别、风扇干扰排除、敏感子载波选择三个环节都有明确的数据支撑。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补采盲区数据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设备朝向调整后，按距链路 0/2/4/6 m 分档走动采集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364992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跑通训练管线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会话导入 csi_project 控制台，训练第一版检测模型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181344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验证风扇滤波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 6.6 Hz 陷波，对比开启前后误报率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997696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扩场景复测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空场/走动各扩到 5 次以上，覆盖不同时段与家具状态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数据来源：本次 15 次会话采集 · 分析脚本与中间数据已归档至 csi_analysis 目录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2026-10-21T05:38:21Z</dcterms:created>
  <dcterms:modified xsi:type="dcterms:W3CDTF">2026-10-21T05:38:21Z</dcterms:modified>
</cp:coreProperties>
</file>